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2F2F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>
        <p:scale>
          <a:sx n="100" d="100"/>
          <a:sy n="100" d="100"/>
        </p:scale>
        <p:origin x="512" y="516"/>
      </p:cViewPr>
      <p:guideLst>
        <p:guide orient="horz" pos="22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chemeClr val="bg1"/>
          </a:fgClr>
          <a:bgClr>
            <a:schemeClr val="tx2">
              <a:lumMod val="10000"/>
              <a:lumOff val="9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22465"/>
            <a:ext cx="12192000" cy="255158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61991" y="2083376"/>
            <a:ext cx="826801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60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算法设计与分析大作业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930173" y="3106024"/>
            <a:ext cx="4331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选题：算法改进</a:t>
            </a:r>
            <a:endParaRPr lang="en-US" altLang="zh-CN" sz="280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0700" y="3688805"/>
            <a:ext cx="6045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组长：谢雨航</a:t>
            </a: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组员：陈添硕、许英帅</a:t>
            </a:r>
            <a:endParaRPr lang="en-US" altLang="zh-CN" sz="200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11381740" y="3763794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BDA7E4ED-7CB7-76DF-3B72-3386C8C83C89}"/>
              </a:ext>
            </a:extLst>
          </p:cNvPr>
          <p:cNvSpPr/>
          <p:nvPr/>
        </p:nvSpPr>
        <p:spPr>
          <a:xfrm rot="5400000">
            <a:off x="18415" y="2003881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直角三角形 14">
            <a:extLst>
              <a:ext uri="{FF2B5EF4-FFF2-40B4-BE49-F238E27FC236}">
                <a16:creationId xmlns:a16="http://schemas.microsoft.com/office/drawing/2014/main" id="{57387F93-FBA5-01FE-2DAE-B4D5AA6B0E33}"/>
              </a:ext>
            </a:extLst>
          </p:cNvPr>
          <p:cNvSpPr/>
          <p:nvPr/>
        </p:nvSpPr>
        <p:spPr>
          <a:xfrm>
            <a:off x="0" y="3745379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5D6FA338-F817-A726-BC16-8526A0AA422C}"/>
              </a:ext>
            </a:extLst>
          </p:cNvPr>
          <p:cNvSpPr/>
          <p:nvPr/>
        </p:nvSpPr>
        <p:spPr>
          <a:xfrm rot="10800000">
            <a:off x="11400155" y="2022296"/>
            <a:ext cx="791845" cy="828675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7E5150-7ABE-AF3F-2D75-452179B6F00F}"/>
              </a:ext>
            </a:extLst>
          </p:cNvPr>
          <p:cNvSpPr txBox="1"/>
          <p:nvPr/>
        </p:nvSpPr>
        <p:spPr>
          <a:xfrm>
            <a:off x="3073081" y="4135776"/>
            <a:ext cx="6045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任课教师：刘春凤、宫秀军</a:t>
            </a:r>
            <a:endParaRPr lang="en-US" altLang="zh-CN" sz="200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 rot="2820000">
            <a:off x="-204470" y="-771525"/>
            <a:ext cx="819785" cy="16033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2BAD8C3-CF28-63B3-7247-28FB09BB31A4}"/>
              </a:ext>
            </a:extLst>
          </p:cNvPr>
          <p:cNvGrpSpPr/>
          <p:nvPr/>
        </p:nvGrpSpPr>
        <p:grpSpPr>
          <a:xfrm>
            <a:off x="697589" y="777875"/>
            <a:ext cx="1740535" cy="4251960"/>
            <a:chOff x="3263900" y="1682750"/>
            <a:chExt cx="1740535" cy="4251960"/>
          </a:xfrm>
        </p:grpSpPr>
        <p:sp>
          <p:nvSpPr>
            <p:cNvPr id="4" name="矩形 3"/>
            <p:cNvSpPr/>
            <p:nvPr/>
          </p:nvSpPr>
          <p:spPr>
            <a:xfrm>
              <a:off x="3587115" y="1913890"/>
              <a:ext cx="1093470" cy="375729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760470" y="2093595"/>
              <a:ext cx="746760" cy="3415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</a:p>
            <a:p>
              <a:pPr algn="ctr"/>
              <a:endParaRPr lang="zh-CN" altLang="en-US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7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3263900" y="4796790"/>
              <a:ext cx="1734820" cy="1137920"/>
              <a:chOff x="5056" y="7512"/>
              <a:chExt cx="2732" cy="179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505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764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198" y="9162"/>
                <a:ext cx="2438" cy="1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 rot="10800000">
              <a:off x="3269615" y="1682750"/>
              <a:ext cx="1734820" cy="1137920"/>
              <a:chOff x="5056" y="7512"/>
              <a:chExt cx="2732" cy="179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505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646" y="7512"/>
                <a:ext cx="143" cy="1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5198" y="9162"/>
                <a:ext cx="2438" cy="1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9E1C4E-4C72-57AC-B47A-46D11C529AD2}"/>
              </a:ext>
            </a:extLst>
          </p:cNvPr>
          <p:cNvGrpSpPr/>
          <p:nvPr/>
        </p:nvGrpSpPr>
        <p:grpSpPr>
          <a:xfrm>
            <a:off x="5126672" y="1391920"/>
            <a:ext cx="4423093" cy="637223"/>
            <a:chOff x="5126672" y="1391920"/>
            <a:chExt cx="4423093" cy="637223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93360" y="1913890"/>
              <a:ext cx="3263265" cy="0"/>
            </a:xfrm>
            <a:prstGeom prst="line">
              <a:avLst/>
            </a:prstGeom>
            <a:ln w="635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5542280" y="1391920"/>
              <a:ext cx="40074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课题概述</a:t>
              </a:r>
              <a:endParaRPr lang="zh-CN" altLang="en-US" sz="2800" b="1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5157470" y="1767205"/>
              <a:ext cx="231140" cy="29273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987D7A6-FF63-858C-CCBC-2EE167B5A8BD}"/>
              </a:ext>
            </a:extLst>
          </p:cNvPr>
          <p:cNvGrpSpPr/>
          <p:nvPr/>
        </p:nvGrpSpPr>
        <p:grpSpPr>
          <a:xfrm>
            <a:off x="5126672" y="2642870"/>
            <a:ext cx="4423093" cy="655003"/>
            <a:chOff x="5126672" y="2642870"/>
            <a:chExt cx="4423093" cy="655003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293360" y="3183890"/>
              <a:ext cx="3263265" cy="0"/>
            </a:xfrm>
            <a:prstGeom prst="line">
              <a:avLst/>
            </a:prstGeom>
            <a:ln w="635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5542280" y="2642870"/>
              <a:ext cx="40074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· </a:t>
              </a:r>
              <a:r>
                <a:rPr lang="zh-CN" altLang="en-US" sz="2800" b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项目结构</a:t>
              </a:r>
            </a:p>
          </p:txBody>
        </p:sp>
        <p:sp>
          <p:nvSpPr>
            <p:cNvPr id="29" name="等腰三角形 28"/>
            <p:cNvSpPr/>
            <p:nvPr/>
          </p:nvSpPr>
          <p:spPr>
            <a:xfrm rot="5400000">
              <a:off x="5157470" y="3035935"/>
              <a:ext cx="231140" cy="29273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8024103-B224-3B76-9204-F17B7CE7C961}"/>
              </a:ext>
            </a:extLst>
          </p:cNvPr>
          <p:cNvGrpSpPr/>
          <p:nvPr/>
        </p:nvGrpSpPr>
        <p:grpSpPr>
          <a:xfrm>
            <a:off x="5126672" y="3938270"/>
            <a:ext cx="4423093" cy="648653"/>
            <a:chOff x="5126672" y="3938270"/>
            <a:chExt cx="4423093" cy="648653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93360" y="4469765"/>
              <a:ext cx="3263265" cy="0"/>
            </a:xfrm>
            <a:prstGeom prst="line">
              <a:avLst/>
            </a:prstGeom>
            <a:ln w="635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5542280" y="3938270"/>
              <a:ext cx="40074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· </a:t>
              </a:r>
              <a:r>
                <a:rPr lang="zh-CN" altLang="en-US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实验过程</a:t>
              </a:r>
              <a:endParaRPr lang="zh-CN" altLang="en-US" sz="2800" b="1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5157470" y="4324985"/>
              <a:ext cx="231140" cy="29273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C7ADFF-08DD-E174-27F8-C167E6EA860C}"/>
              </a:ext>
            </a:extLst>
          </p:cNvPr>
          <p:cNvGrpSpPr/>
          <p:nvPr/>
        </p:nvGrpSpPr>
        <p:grpSpPr>
          <a:xfrm>
            <a:off x="5126672" y="5149215"/>
            <a:ext cx="4423093" cy="634683"/>
            <a:chOff x="5126672" y="5149215"/>
            <a:chExt cx="4423093" cy="634683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5293360" y="5671185"/>
              <a:ext cx="3263265" cy="0"/>
            </a:xfrm>
            <a:prstGeom prst="line">
              <a:avLst/>
            </a:prstGeom>
            <a:ln w="635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5542280" y="5149215"/>
              <a:ext cx="40074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· </a:t>
              </a:r>
              <a:r>
                <a:rPr lang="zh-CN" altLang="en-US" sz="28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实验结果</a:t>
              </a:r>
              <a:endParaRPr lang="zh-CN" altLang="en-US" sz="2800" b="1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5157470" y="5521960"/>
              <a:ext cx="231140" cy="292735"/>
            </a:xfrm>
            <a:prstGeom prst="triangl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21760" y="2786380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29505" y="2799715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24" name="等腰三角形 23"/>
          <p:cNvSpPr/>
          <p:nvPr/>
        </p:nvSpPr>
        <p:spPr>
          <a:xfrm rot="10800000">
            <a:off x="0" y="-17780"/>
            <a:ext cx="1593850" cy="121094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00025" y="2540"/>
            <a:ext cx="0" cy="607504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09575" y="348615"/>
            <a:ext cx="0" cy="476313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28015" y="576580"/>
            <a:ext cx="0" cy="310515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2700" y="-13335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95045" y="0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" name="矩形 4"/>
          <p:cNvSpPr/>
          <p:nvPr/>
        </p:nvSpPr>
        <p:spPr>
          <a:xfrm>
            <a:off x="-12700" y="940435"/>
            <a:ext cx="37623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641725" y="2728595"/>
            <a:ext cx="663003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▲一个简约风的</a:t>
            </a:r>
            <a:r>
              <a: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PPT</a:t>
            </a:r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，让我想想该放点啥形状，让它不那么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单调</a:t>
            </a:r>
            <a:endParaRPr lang="zh-CN" altLang="en-US" sz="240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/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▲基本原则是，只用</a:t>
            </a:r>
            <a:r>
              <a: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2-3</a:t>
            </a:r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种颜色，常用两种颜色，第</a:t>
            </a:r>
            <a:r>
              <a: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种颜色作为重点内容的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突出显示</a:t>
            </a:r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，比如这一个，可以用蓝色</a:t>
            </a:r>
            <a:r>
              <a: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白色</a:t>
            </a:r>
            <a:r>
              <a:rPr lang="en-US" altLang="zh-CN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红色（少用）</a:t>
            </a:r>
          </a:p>
          <a:p>
            <a:pPr algn="just"/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▲基本图形可以随意添加组合，看起来顺眼就行</a:t>
            </a:r>
          </a:p>
          <a:p>
            <a:pPr algn="just"/>
            <a:r>
              <a:rPr lang="zh-CN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▲可以留些空白部分，插入需要展示的图片</a:t>
            </a:r>
          </a:p>
        </p:txBody>
      </p:sp>
      <p:sp>
        <p:nvSpPr>
          <p:cNvPr id="4" name="矩形 3"/>
          <p:cNvSpPr/>
          <p:nvPr/>
        </p:nvSpPr>
        <p:spPr>
          <a:xfrm>
            <a:off x="3566160" y="-28575"/>
            <a:ext cx="75565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01670" y="2395220"/>
            <a:ext cx="100330" cy="33426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678160" y="2395220"/>
            <a:ext cx="100330" cy="33426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5400000">
            <a:off x="4822825" y="673735"/>
            <a:ext cx="100330" cy="33426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8956675" y="4016375"/>
            <a:ext cx="100330" cy="33426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>
            <a:stCxn id="8" idx="2"/>
          </p:cNvCxnSpPr>
          <p:nvPr/>
        </p:nvCxnSpPr>
        <p:spPr>
          <a:xfrm>
            <a:off x="3251835" y="5737860"/>
            <a:ext cx="423926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438900" y="2395220"/>
            <a:ext cx="423926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201670" y="1834515"/>
            <a:ext cx="2668270" cy="46037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小标题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21760" y="2786380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29505" y="2799715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研究目的</a:t>
            </a:r>
          </a:p>
        </p:txBody>
      </p:sp>
      <p:sp>
        <p:nvSpPr>
          <p:cNvPr id="24" name="等腰三角形 23"/>
          <p:cNvSpPr/>
          <p:nvPr/>
        </p:nvSpPr>
        <p:spPr>
          <a:xfrm rot="10800000">
            <a:off x="0" y="-17780"/>
            <a:ext cx="1593850" cy="121094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00025" y="2540"/>
            <a:ext cx="0" cy="607504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09575" y="348615"/>
            <a:ext cx="0" cy="476313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28015" y="576580"/>
            <a:ext cx="0" cy="310515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2700" y="-13335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95045" y="0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研究目的</a:t>
            </a:r>
          </a:p>
        </p:txBody>
      </p:sp>
      <p:sp>
        <p:nvSpPr>
          <p:cNvPr id="5" name="矩形 4"/>
          <p:cNvSpPr/>
          <p:nvPr/>
        </p:nvSpPr>
        <p:spPr>
          <a:xfrm>
            <a:off x="-12700" y="940435"/>
            <a:ext cx="37623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66160" y="-28575"/>
            <a:ext cx="75565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70610" y="2122170"/>
            <a:ext cx="8233410" cy="6375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①目的</a:t>
            </a:r>
          </a:p>
        </p:txBody>
      </p:sp>
      <p:sp>
        <p:nvSpPr>
          <p:cNvPr id="16" name="矩形 15"/>
          <p:cNvSpPr/>
          <p:nvPr/>
        </p:nvSpPr>
        <p:spPr>
          <a:xfrm>
            <a:off x="1726565" y="3490595"/>
            <a:ext cx="8233410" cy="6375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②目的</a:t>
            </a:r>
          </a:p>
        </p:txBody>
      </p:sp>
      <p:sp>
        <p:nvSpPr>
          <p:cNvPr id="17" name="矩形 16"/>
          <p:cNvSpPr/>
          <p:nvPr/>
        </p:nvSpPr>
        <p:spPr>
          <a:xfrm>
            <a:off x="2638425" y="4859020"/>
            <a:ext cx="8233410" cy="6375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③目的</a:t>
            </a:r>
          </a:p>
        </p:txBody>
      </p:sp>
      <p:sp>
        <p:nvSpPr>
          <p:cNvPr id="18" name="L 形 17"/>
          <p:cNvSpPr/>
          <p:nvPr/>
        </p:nvSpPr>
        <p:spPr>
          <a:xfrm>
            <a:off x="1070610" y="1663700"/>
            <a:ext cx="382905" cy="1096010"/>
          </a:xfrm>
          <a:prstGeom prst="corner">
            <a:avLst>
              <a:gd name="adj1" fmla="val 4461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L 形 18"/>
          <p:cNvSpPr/>
          <p:nvPr/>
        </p:nvSpPr>
        <p:spPr>
          <a:xfrm>
            <a:off x="1726565" y="3032125"/>
            <a:ext cx="382905" cy="1096010"/>
          </a:xfrm>
          <a:prstGeom prst="corner">
            <a:avLst>
              <a:gd name="adj1" fmla="val 4461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L 形 19"/>
          <p:cNvSpPr/>
          <p:nvPr/>
        </p:nvSpPr>
        <p:spPr>
          <a:xfrm>
            <a:off x="2638425" y="4400550"/>
            <a:ext cx="382905" cy="1096010"/>
          </a:xfrm>
          <a:prstGeom prst="corner">
            <a:avLst>
              <a:gd name="adj1" fmla="val 44610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21760" y="2786380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29505" y="2799715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24" name="等腰三角形 23"/>
          <p:cNvSpPr/>
          <p:nvPr/>
        </p:nvSpPr>
        <p:spPr>
          <a:xfrm rot="10800000">
            <a:off x="0" y="-17780"/>
            <a:ext cx="1593850" cy="121094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00025" y="2540"/>
            <a:ext cx="0" cy="607504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09575" y="348615"/>
            <a:ext cx="0" cy="476313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28015" y="576580"/>
            <a:ext cx="0" cy="310515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2700" y="-13335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95045" y="0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-12700" y="940435"/>
            <a:ext cx="37623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66160" y="-28575"/>
            <a:ext cx="75565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菱形 1"/>
          <p:cNvSpPr/>
          <p:nvPr/>
        </p:nvSpPr>
        <p:spPr>
          <a:xfrm>
            <a:off x="2736850" y="1917700"/>
            <a:ext cx="3164840" cy="3164840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菱形 7"/>
          <p:cNvSpPr/>
          <p:nvPr/>
        </p:nvSpPr>
        <p:spPr>
          <a:xfrm>
            <a:off x="4415790" y="3606800"/>
            <a:ext cx="3164840" cy="3164840"/>
          </a:xfrm>
          <a:prstGeom prst="diamond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菱形 8"/>
          <p:cNvSpPr/>
          <p:nvPr/>
        </p:nvSpPr>
        <p:spPr>
          <a:xfrm>
            <a:off x="4415790" y="274955"/>
            <a:ext cx="3164840" cy="3164840"/>
          </a:xfrm>
          <a:prstGeom prst="diamond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/>
          <p:cNvSpPr/>
          <p:nvPr/>
        </p:nvSpPr>
        <p:spPr>
          <a:xfrm>
            <a:off x="6125210" y="1917700"/>
            <a:ext cx="3164840" cy="3164840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323205" y="1596390"/>
            <a:ext cx="1754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18430" y="4928235"/>
            <a:ext cx="1754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329940" y="3168015"/>
            <a:ext cx="1754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972935" y="3239135"/>
            <a:ext cx="1754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方法四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prism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33575" y="3660775"/>
            <a:ext cx="8324215" cy="427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21760" y="2786380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29505" y="2799715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24" name="等腰三角形 23"/>
          <p:cNvSpPr/>
          <p:nvPr/>
        </p:nvSpPr>
        <p:spPr>
          <a:xfrm rot="10800000">
            <a:off x="0" y="-17780"/>
            <a:ext cx="1593850" cy="121094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2157095" y="3874770"/>
            <a:ext cx="78778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00025" y="2540"/>
            <a:ext cx="0" cy="607504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09575" y="348615"/>
            <a:ext cx="0" cy="476313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28015" y="576580"/>
            <a:ext cx="0" cy="310515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2700" y="-13335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95045" y="0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5" name="矩形 4"/>
          <p:cNvSpPr/>
          <p:nvPr/>
        </p:nvSpPr>
        <p:spPr>
          <a:xfrm>
            <a:off x="-12700" y="940435"/>
            <a:ext cx="37623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66160" y="-28575"/>
            <a:ext cx="75565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67790" y="1996440"/>
            <a:ext cx="3296920" cy="310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</a:rPr>
              <a:t>结果一</a:t>
            </a:r>
          </a:p>
          <a:p>
            <a:endParaRPr lang="zh-CN" altLang="en-US" sz="280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</a:rPr>
              <a:t>结果二</a:t>
            </a:r>
          </a:p>
          <a:p>
            <a:endParaRPr lang="zh-CN" altLang="en-US" sz="280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</a:rPr>
              <a:t>结果三</a:t>
            </a:r>
          </a:p>
          <a:p>
            <a:endParaRPr lang="zh-CN" altLang="en-US" sz="280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</a:rPr>
              <a:t>结果四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58815" y="1996440"/>
            <a:ext cx="4777740" cy="310769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结论一</a:t>
            </a:r>
          </a:p>
          <a:p>
            <a:endParaRPr lang="zh-CN" altLang="en-US" sz="280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结论二</a:t>
            </a:r>
          </a:p>
          <a:p>
            <a:endParaRPr lang="zh-CN" altLang="en-US" sz="280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结论三</a:t>
            </a:r>
          </a:p>
          <a:p>
            <a:endParaRPr lang="zh-CN" altLang="en-US" sz="280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结论四</a:t>
            </a:r>
          </a:p>
        </p:txBody>
      </p:sp>
      <p:sp>
        <p:nvSpPr>
          <p:cNvPr id="8" name="右箭头 7"/>
          <p:cNvSpPr/>
          <p:nvPr/>
        </p:nvSpPr>
        <p:spPr>
          <a:xfrm>
            <a:off x="3791585" y="2215515"/>
            <a:ext cx="1967230" cy="13208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3791585" y="3058160"/>
            <a:ext cx="1967230" cy="13208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3791585" y="3910330"/>
            <a:ext cx="1967230" cy="13208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3791585" y="4762500"/>
            <a:ext cx="1967230" cy="13208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29945" y="2016760"/>
            <a:ext cx="537210" cy="31845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56310" y="2112010"/>
            <a:ext cx="2844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随便放点文字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2700" y="-13335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95045" y="0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5" name="矩形 4"/>
          <p:cNvSpPr/>
          <p:nvPr/>
        </p:nvSpPr>
        <p:spPr>
          <a:xfrm>
            <a:off x="-12700" y="940435"/>
            <a:ext cx="37623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66160" y="-28575"/>
            <a:ext cx="75565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>
            <a:off x="1766570" y="2171065"/>
            <a:ext cx="3540125" cy="3540125"/>
          </a:xfrm>
          <a:prstGeom prst="triangle">
            <a:avLst/>
          </a:prstGeom>
          <a:solidFill>
            <a:schemeClr val="bg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>
            <a:off x="5449570" y="2171065"/>
            <a:ext cx="3540125" cy="3540125"/>
          </a:xfrm>
          <a:prstGeom prst="triangle">
            <a:avLst/>
          </a:prstGeom>
          <a:solidFill>
            <a:schemeClr val="bg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/>
          <p:cNvSpPr/>
          <p:nvPr/>
        </p:nvSpPr>
        <p:spPr>
          <a:xfrm rot="10800000">
            <a:off x="3622675" y="1837690"/>
            <a:ext cx="3540125" cy="354012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 rot="10800000">
            <a:off x="7277100" y="1847215"/>
            <a:ext cx="3540125" cy="354012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175760" y="1894840"/>
            <a:ext cx="243395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可以设计一些图形放上去，我用的都是最基本最简单的图形，大家可以自由发挥想象力</a:t>
            </a: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这个比较</a:t>
            </a: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丑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12" grpId="0" bldLvl="0" animBg="1"/>
      <p:bldP spid="12" grpId="1" animBg="1"/>
      <p:bldP spid="13" grpId="0" animBg="1"/>
      <p:bldP spid="13" grpId="1" animBg="1"/>
      <p:bldP spid="15" grpId="0" bldLvl="0" animBg="1"/>
      <p:bldP spid="15" grpId="1" animBg="1"/>
      <p:bldP spid="16" grpId="0"/>
      <p:bldP spid="1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11330305" y="1803400"/>
            <a:ext cx="0" cy="40068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-12700" y="-13335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95045" y="0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5" name="矩形 4"/>
          <p:cNvSpPr/>
          <p:nvPr/>
        </p:nvSpPr>
        <p:spPr>
          <a:xfrm>
            <a:off x="-12700" y="940435"/>
            <a:ext cx="37623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66160" y="-28575"/>
            <a:ext cx="75565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320290" y="1834515"/>
            <a:ext cx="8865235" cy="396938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比如普通的文本框</a:t>
            </a:r>
          </a:p>
          <a:p>
            <a:pPr algn="ctr"/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个人比较喜欢矩形</a:t>
            </a: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1691640" y="1245870"/>
            <a:ext cx="1044575" cy="1044575"/>
          </a:xfrm>
          <a:prstGeom prst="ellipse">
            <a:avLst/>
          </a:prstGeom>
          <a:solidFill>
            <a:schemeClr val="tx2">
              <a:lumMod val="75000"/>
              <a:lumOff val="25000"/>
              <a:alpha val="86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</a:p>
        </p:txBody>
      </p:sp>
      <p:sp>
        <p:nvSpPr>
          <p:cNvPr id="8" name="矩形 7"/>
          <p:cNvSpPr/>
          <p:nvPr/>
        </p:nvSpPr>
        <p:spPr>
          <a:xfrm>
            <a:off x="10810875" y="5465445"/>
            <a:ext cx="669290" cy="598170"/>
          </a:xfrm>
          <a:prstGeom prst="rect">
            <a:avLst/>
          </a:prstGeom>
          <a:solidFill>
            <a:schemeClr val="tx2">
              <a:lumMod val="75000"/>
              <a:lumOff val="25000"/>
              <a:alpha val="86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2700" y="-13335"/>
            <a:ext cx="874395" cy="87439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95045" y="0"/>
            <a:ext cx="391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5" name="矩形 4"/>
          <p:cNvSpPr/>
          <p:nvPr/>
        </p:nvSpPr>
        <p:spPr>
          <a:xfrm>
            <a:off x="-12700" y="940435"/>
            <a:ext cx="3762375" cy="7620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66160" y="-28575"/>
            <a:ext cx="75565" cy="1101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47720" y="1641475"/>
            <a:ext cx="2881630" cy="361061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985635" y="1623695"/>
            <a:ext cx="2881630" cy="361061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96640" y="5258435"/>
            <a:ext cx="2383790" cy="49720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文字</a:t>
            </a:r>
          </a:p>
        </p:txBody>
      </p:sp>
      <p:sp>
        <p:nvSpPr>
          <p:cNvPr id="12" name="矩形 11"/>
          <p:cNvSpPr/>
          <p:nvPr/>
        </p:nvSpPr>
        <p:spPr>
          <a:xfrm>
            <a:off x="7234555" y="5229860"/>
            <a:ext cx="2383790" cy="49720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文字</a:t>
            </a:r>
          </a:p>
        </p:txBody>
      </p:sp>
      <p:sp>
        <p:nvSpPr>
          <p:cNvPr id="13" name="直角三角形 12"/>
          <p:cNvSpPr/>
          <p:nvPr/>
        </p:nvSpPr>
        <p:spPr>
          <a:xfrm rot="5400000">
            <a:off x="3346450" y="1638935"/>
            <a:ext cx="689610" cy="689610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5400000">
            <a:off x="6985635" y="1632585"/>
            <a:ext cx="689610" cy="689610"/>
          </a:xfrm>
          <a:prstGeom prst="rt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等腰三角形 27"/>
          <p:cNvSpPr/>
          <p:nvPr/>
        </p:nvSpPr>
        <p:spPr>
          <a:xfrm rot="8220000">
            <a:off x="1287780" y="1140460"/>
            <a:ext cx="548005" cy="42862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 rot="11520000">
            <a:off x="151765" y="1094105"/>
            <a:ext cx="548005" cy="34480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117215" y="2297430"/>
            <a:ext cx="141605" cy="23329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159760" y="4448175"/>
            <a:ext cx="7211695" cy="18224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75685" y="2987675"/>
            <a:ext cx="5537835" cy="12471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900170" y="3103880"/>
            <a:ext cx="4756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chemeClr val="bg1"/>
                </a:solidFill>
              </a:rPr>
              <a:t>感谢观看</a:t>
            </a:r>
          </a:p>
        </p:txBody>
      </p:sp>
      <p:sp>
        <p:nvSpPr>
          <p:cNvPr id="8" name="矩形 7"/>
          <p:cNvSpPr/>
          <p:nvPr/>
        </p:nvSpPr>
        <p:spPr>
          <a:xfrm>
            <a:off x="-191770" y="0"/>
            <a:ext cx="13449935" cy="33972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780000">
            <a:off x="295275" y="26035"/>
            <a:ext cx="1268095" cy="117665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732405" y="2496820"/>
            <a:ext cx="4645660" cy="21272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443720" y="4402455"/>
            <a:ext cx="1512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by 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安梦玄汐</a:t>
            </a: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-366395" y="-129540"/>
            <a:ext cx="1074420" cy="10242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-71120" y="-129540"/>
            <a:ext cx="993775" cy="10039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等腰三角形 17"/>
          <p:cNvSpPr/>
          <p:nvPr/>
        </p:nvSpPr>
        <p:spPr>
          <a:xfrm rot="20100000">
            <a:off x="654685" y="644525"/>
            <a:ext cx="548005" cy="471170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4560000">
            <a:off x="866140" y="1127125"/>
            <a:ext cx="548005" cy="54927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rot="19380000">
            <a:off x="1017270" y="105410"/>
            <a:ext cx="791210" cy="962660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 rot="20700000">
            <a:off x="1250950" y="502920"/>
            <a:ext cx="548005" cy="34480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rot="8400000">
            <a:off x="1769110" y="836295"/>
            <a:ext cx="386080" cy="418465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243</Words>
  <Application>Microsoft Office PowerPoint</Application>
  <PresentationFormat>宽屏</PresentationFormat>
  <Paragraphs>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华文中宋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Linkin Florenz</cp:lastModifiedBy>
  <cp:revision>160</cp:revision>
  <dcterms:created xsi:type="dcterms:W3CDTF">2019-06-19T02:08:00Z</dcterms:created>
  <dcterms:modified xsi:type="dcterms:W3CDTF">2025-06-02T06:01:00Z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FA201EB6352946E5B532584391D68877</vt:lpwstr>
  </property>
</Properties>
</file>